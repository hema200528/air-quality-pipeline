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Query Time (ms)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Pandas
(no DB)</c:v>
                  </c:pt>
                  <c:pt idx="1">
                    <c:v>SQLite
(row-based)</c:v>
                  </c:pt>
                  <c:pt idx="2">
                    <c:v>DuckDB
(columnar)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780.6</c:v>
                </c:pt>
                <c:pt idx="1">
                  <c:v>1424.3</c:v>
                </c:pt>
                <c:pt idx="2">
                  <c:v>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Data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|  Delhi Monitoring Stations 2024–2025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5,831,431 rows  ·  22 columns  ·  10 stations  ·  13 pollutants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Ingestion &amp; Partitioning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3794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Data Model &amp; Database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3794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Cleaning &amp; Transformation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3794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Data Serving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 Delhi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 tracked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 MB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 size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Pollutants: PM2.5, PM10, NO2, SO2, CO, O3, NH3, benzene (8 CPCB standard) + toluene, xylene, mp-xylene, ethylbenzene, NO (5 VOCs)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Ingestion &amp; Partitioning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Loaded team_4.parquet — 5,831,431 rows × 22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Generated ingestion summary (row counts, date range, pollutants, missing values)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Found 19,402,433 missing cells — 15.1% of all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Split into 24 Hive-style partitions by year and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Verified all 5.8M rows recoverable from partitions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vs CSV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4023360" cy="109728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27432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 Layout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0" y="3246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partitioned_data/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year=2024/month=01/  →  226,196 rows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year=2024/month=02/  →  221,832 rows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year=2025/month=12/  →  245,183 rows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Why DuckDB?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188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Partial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(PostgreSQL / SQLite)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storage — reads all 22 columns even when query needs 2. Slower on analytical queries. Needs a separate server.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25146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(MongoDB)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62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flexible unstructured data. Our dataset has a strict fixed schema — NoSQL's flexibility is wasted here.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3840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(Columnar)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1879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Column-by-column storage — reads only the columns a query needs. Zero server setup. Runs inside Python. Standard SQL.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DuckDB: zero server setup · runs inside Python · reads parquet natively · standard SQL · right-sized for 5.8M rows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Star Schema &amp; Load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286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station_id  VARCHAR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         VARCHAR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         VARCHAR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0058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005840"/>
            <a:ext cx="2286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940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pollutant_id  INT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pollutant_name  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19456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0" y="2194560"/>
            <a:ext cx="4572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1945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5,831,431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651760"/>
            <a:ext cx="42976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measurement_id  BIGINT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station_id  → stations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pollutant_id  → pollutants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  TIMESTAMP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 DOUBLE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year, month, day, hour  INT
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at_c, rh_percent, bp_mmhg, ws_m_s 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1874520"/>
            <a:ext cx="0" cy="3200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874520"/>
            <a:ext cx="0" cy="3200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6634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63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sec  Load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87168" y="46634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487168" y="4663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 MB  DB file size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46634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663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 ms  Fastest query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9984" y="46634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729984" y="4663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126.9 ms  Slowest query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Proof: DuckDB vs SQLite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dataset. Same query. Two databases.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(row-based)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 (columnar)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71.51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11.70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1,078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Avg PM2.5/month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1,852.7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Q2: Count/pollutant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7,051.7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21–43×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370332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13.4×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291840" y="4343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file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70332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6.1×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126480" y="4343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load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SQLite reads all 22 columns per row even when query needs only 2. DuckDB reads only the columns the query uses — skipping 20 out of 22.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EDA &amp; Dirty Data (Before Cleaning)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114800" cy="242316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914400"/>
              </a:tblGrid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vws_m_s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5,831,431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ws_m_s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2,540,853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sr_w_mt2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2,213,776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1,990,984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bp_mmhg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1,950,992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1,941,815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rh_percent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1,403,566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298448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5488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value (µg/m³)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1298448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76656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value (µg/m³)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487168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54880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readings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2487168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766560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7826"/>
            </a:avLst>
          </a:prstGeom>
          <a:solidFill>
            <a:srgbClr val="FEF3C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9136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never hit WHO safe limit (5 µg/m³) in a single month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2793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Cleanest: Aug 2024 — 28.1 µg/m³  (still 5.6× over WHO limit)     |     Worst: Nov 2024 — 250.4 µg/m³  (50× over WHO limit, Diwali + winter inversion)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Data Cleaning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468880"/>
              </a:tblGrid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affected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vws_m_s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null — completely useless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column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timestamp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of datetime as plain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column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station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of station_id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column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negative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 can't be negative — physically impossible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at_c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Station-month median (respects seasons)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108,607 filled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ws_m_s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Station-month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583,563 filled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sr_w_mt2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Station-month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396,671 filled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rh_percent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Station-month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200,877 filled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wd_deg / rf_mm / bp_mmhg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Station-month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299K + 144K + 128K filled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519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→  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42519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  →  89.4%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42519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19.4M  →  11.7M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3504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0" y="4251960"/>
            <a:ext cx="91440" cy="685800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Data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9776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Transformation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23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month-by-month (discrete chunks)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batches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year-month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5,831,431 rows in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312 rows out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 seconds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 all batches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97480" cy="39776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97480" cy="38404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14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423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628,001 PM2.5 rows
→ (station|level, 1) pairs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key
→ 50 unique keys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counts per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 per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97480" cy="397764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6974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914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2423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5,831,431 rows from clean parquet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monthly_avg → 312 rows
pm25_aqi → 628,001 rows
daily_peaks → 66,101 rows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parquet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 seconds total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3-Way Database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query: avg PM2.5 per month  ·  On cleaned dataset (5.8M rows)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3444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325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66928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 ·  DuckDB vs SQLite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92608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3017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66928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 ·  DuckDB vs Pandas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F0FDFA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reads only the columns a query uses. Pandas and SQLite read everything. That's why DuckDB wins on analytical workloads.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Data Serving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+ transformed data loaded into air_quality_served.duckdb — ready for downstream queries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28600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measurements_clean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5,831,431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 parquet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8.86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from clean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from clean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monthly_aggregates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daily_peaks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parquet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 MB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81912" y="445312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64792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475569"/>
          </a:solidFill>
          <a:ln/>
        </p:spPr>
      </p:sp>
      <p:sp>
        <p:nvSpPr>
          <p:cNvPr id="12" name="Text 9"/>
          <p:cNvSpPr/>
          <p:nvPr/>
        </p:nvSpPr>
        <p:spPr>
          <a:xfrm>
            <a:off x="1764792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files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26664" y="445312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9544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209544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 MB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71416" y="445312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54296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4654296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 quality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16168" y="445312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9048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6099048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ETL tables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60920" y="445312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43800" y="402336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1D4ED8"/>
          </a:solidFill>
          <a:ln/>
        </p:spPr>
      </p:sp>
      <p:sp>
        <p:nvSpPr>
          <p:cNvPr id="24" name="Text 21"/>
          <p:cNvSpPr/>
          <p:nvPr/>
        </p:nvSpPr>
        <p:spPr>
          <a:xfrm>
            <a:off x="7543800" y="4023360"/>
            <a:ext cx="1261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ready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 MB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load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 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" y="3081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42316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21–43×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468880" y="3081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SQLite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42316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17720" y="3081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SQLite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242316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84.9%→89.4%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3081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004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imputed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749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46888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dropped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749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8.7×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61772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vs SQLite (clean)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3749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6656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Data Pipeline — Team 4</dc:title>
  <dc:subject>PptxGenJS Presentation</dc:subject>
  <dc:creator>PptxGenJS</dc:creator>
  <cp:lastModifiedBy>PptxGenJS</cp:lastModifiedBy>
  <cp:revision>1</cp:revision>
  <dcterms:created xsi:type="dcterms:W3CDTF">2026-06-10T10:28:57Z</dcterms:created>
  <dcterms:modified xsi:type="dcterms:W3CDTF">2026-06-10T10:28:57Z</dcterms:modified>
</cp:coreProperties>
</file>